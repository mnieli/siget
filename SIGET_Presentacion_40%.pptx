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2" autoAdjust="0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4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422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5486400" cy="5486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-1645920" y="4206240"/>
            <a:ext cx="4206240" cy="420624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1371600" cy="13716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0" descr="icons/hospi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12435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SIGET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429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Turnos Médicos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Construcción de Software · Programación 1 (3.4.071) · 2° Cuatrimestre 2026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68680" y="4709160"/>
            <a:ext cx="3840480" cy="0"/>
          </a:xfrm>
          <a:prstGeom prst="line">
            <a:avLst/>
          </a:prstGeom>
          <a:noFill/>
          <a:ln w="12700">
            <a:solidFill>
              <a:srgbClr val="2E6A70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7"/>
          <p:cNvSpPr txBox="1"/>
          <p:nvPr/>
        </p:nvSpPr>
        <p:spPr>
          <a:xfrm>
            <a:off x="868680" y="48920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8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 Mazzoni  ·  Priscilla Melva Giron Arenas  ·  Marcelo Nieli  ·  Cayetano Masi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María Julia Monasterio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centros médicos todavía manejan sus turnos en una planilla de Excel compartida.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1714500" y="2491740"/>
            <a:ext cx="1051560" cy="1051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6" name="Image 0" descr="icons/calendar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0532" y="2747772"/>
            <a:ext cx="539496" cy="5394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Turnos </a:t>
            </a:r>
            <a:r>
              <a:rPr lang="en-US" sz="1600" b="1" dirty="0" err="1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</a:t>
            </a: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 </a:t>
            </a:r>
            <a:r>
              <a:rPr lang="en-US" sz="1600" b="1" dirty="0" err="1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pacientes terminan con el mismo horario del mismo médico.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5196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7"/>
          <p:cNvSpPr/>
          <p:nvPr/>
        </p:nvSpPr>
        <p:spPr>
          <a:xfrm>
            <a:off x="5417820" y="2491740"/>
            <a:ext cx="1051560" cy="1051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1" name="Image 1" descr="icons/w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797" y="2747772"/>
            <a:ext cx="422148" cy="4221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que se pierden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de pacientes y médicos se dispersa entre archivos y planillas.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Shape 11"/>
          <p:cNvSpPr/>
          <p:nvPr/>
        </p:nvSpPr>
        <p:spPr>
          <a:xfrm>
            <a:off x="9121140" y="2491740"/>
            <a:ext cx="1051560" cy="1051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6" name="Image 2" descr="icons/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7172" y="2747772"/>
            <a:ext cx="539496" cy="5394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Demoras operativas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revisar a mano si un médico está libre antes de confirmar un turno.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de consola que centraliza pacientes, médicos, especialidades y obras sociales, </a:t>
            </a: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asigna turnos con la certeza de que el horario está disponible.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5943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diferenciado por rol: Administrador, Recepcionista y Médico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automático de disponibilidad al asignar un turno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la atención y reportes de uso diario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memoria en la primera entrega; en archivos JSON en la final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40880" y="1280160"/>
            <a:ext cx="4572000" cy="4846320"/>
          </a:xfrm>
          <a:prstGeom prst="roundRect">
            <a:avLst>
              <a:gd name="adj" fmla="val 36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Shape 4"/>
          <p:cNvSpPr/>
          <p:nvPr/>
        </p:nvSpPr>
        <p:spPr>
          <a:xfrm>
            <a:off x="8458200" y="2240280"/>
            <a:ext cx="1737360" cy="17373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7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2248" y="2624328"/>
            <a:ext cx="969264" cy="9692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0" y="41605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lugar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toda la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del centro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1833924" y="1954845"/>
            <a:ext cx="960120" cy="9601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8" name="Image 1" descr="icons/usersC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3098" y="2151126"/>
            <a:ext cx="484632" cy="4846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965494" y="196367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ABM de las entidades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2965494" y="2420874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médicos, especialidades, obras sociales y pacientes.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548674" y="1913382"/>
            <a:ext cx="960120" cy="9601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2" name="Image 2" descr="icons/calendar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6418" y="2151126"/>
            <a:ext cx="484632" cy="48463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668814" y="196367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Turnos sin superposición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668814" y="2420874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no se asignen fuera del horario de atención del médico.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1845354" y="4043067"/>
            <a:ext cx="960120" cy="9601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6" name="Image 3" descr="icons/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3098" y="4280811"/>
            <a:ext cx="484632" cy="4846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965494" y="4093359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del turno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2965494" y="4550559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(pendiente, atendido, cancelado, ausente) y observaciones.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5548674" y="4043067"/>
            <a:ext cx="960120" cy="9601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20" name="Image 4" descr="icons/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6418" y="4280811"/>
            <a:ext cx="484632" cy="48463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668814" y="4093359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simples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6668814" y="4550559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Turnos del día y la semana, médico con más turnos, ausentismo.</a:t>
            </a:r>
            <a:endParaRPr lang="en-US" sz="115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de usuario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lo usa el personal del centro, cada uno con su propio menú.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1691640" y="2423160"/>
            <a:ext cx="1097280" cy="10972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6" name="Image 0" descr="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697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19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especialidades, médicos, obras sociales y usuarios. Mira los reportes del centro.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51960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7"/>
          <p:cNvSpPr/>
          <p:nvPr/>
        </p:nvSpPr>
        <p:spPr>
          <a:xfrm>
            <a:off x="5394960" y="2423160"/>
            <a:ext cx="1097280" cy="10972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1" name="Image 1" descr="icons/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Recepcionista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42519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pacientes y asigna, cancela o reprograma turnos según disponibilidad.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0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Shape 11"/>
          <p:cNvSpPr/>
          <p:nvPr/>
        </p:nvSpPr>
        <p:spPr>
          <a:xfrm>
            <a:off x="9098280" y="2423160"/>
            <a:ext cx="1097280" cy="10972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6" name="Image 2" descr="icons/doc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269748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2519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su propia agenda, marca turnos como atendidos y carga observaciones.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 la entrega del 40%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 a estar funcionando y se puede mostrar en esta instancia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" y="325526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8" name="Image 1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337560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32461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de médicos (alta, baja, modificación, búsqueda y listado)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1792" y="467258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1" name="Image 2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754880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43000" y="46634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de </a:t>
            </a:r>
            <a:r>
              <a:rPr lang="en-US" sz="1400" dirty="0" err="1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</a:t>
            </a: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(CUIT como identificador único)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7329" y="175564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4" name="Image 3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66" y="183794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43000" y="181051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de turnos validando disponibilidad y horario del médico</a:t>
            </a:r>
            <a:endParaRPr lang="en-US" sz="1400" dirty="0"/>
          </a:p>
        </p:txBody>
      </p:sp>
      <p:sp>
        <p:nvSpPr>
          <p:cNvPr id="24" name="Shape 16"/>
          <p:cNvSpPr/>
          <p:nvPr/>
        </p:nvSpPr>
        <p:spPr>
          <a:xfrm>
            <a:off x="6245352" y="175564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25" name="Image 6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837944"/>
            <a:ext cx="164592" cy="16459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766560" y="181051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Modificación y eliminación de turnos existentes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6245352" y="325526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7" name="Image 4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3337560"/>
            <a:ext cx="164592" cy="16459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766560" y="32461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todos los turnos cargados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245352" y="467258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20" name="Image 5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4754880"/>
            <a:ext cx="164592" cy="16459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66560" y="46634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turnos por paciente y por médico (agenda)</a:t>
            </a:r>
            <a:endParaRPr lang="en-US" sz="1400" dirty="0"/>
          </a:p>
        </p:txBody>
      </p:sp>
      <p:sp>
        <p:nvSpPr>
          <p:cNvPr id="22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3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451</Words>
  <Application>Microsoft Office PowerPoint</Application>
  <PresentationFormat>Panorámica</PresentationFormat>
  <Paragraphs>66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Marcelo Nieli</cp:lastModifiedBy>
  <cp:revision>4</cp:revision>
  <dcterms:created xsi:type="dcterms:W3CDTF">2026-09-13T21:41:34Z</dcterms:created>
  <dcterms:modified xsi:type="dcterms:W3CDTF">2026-09-17T15:55:07Z</dcterms:modified>
</cp:coreProperties>
</file>