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42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icons/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12435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SIGET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Turnos Médicos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69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Construcción de Software · Programación 1 (3.4.071) · 2° Cuatrimestre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709160"/>
            <a:ext cx="3840480" cy="0"/>
          </a:xfrm>
          <a:prstGeom prst="line">
            <a:avLst/>
          </a:prstGeom>
          <a:noFill/>
          <a:ln w="12700">
            <a:solidFill>
              <a:srgbClr val="2E6A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 txBox="1"/>
          <p:nvPr/>
        </p:nvSpPr>
        <p:spPr>
          <a:xfrm>
            <a:off x="868680" y="48920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8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 Mazzoni  ·  Priscilla Melva Giron Arenas  ·  Marcelo Nieli  ·  Cayetano Masi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María Julia Monasterio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— Sistema de Gestión de Turnos Médicos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centros médicos todavía manejan sus turnos en una planilla de Excel compartida.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027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714500" y="24917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icons/calendar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532" y="2747772"/>
            <a:ext cx="539496" cy="5394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Turnos </a:t>
            </a:r>
            <a:r>
              <a:rPr lang="en-US" sz="1600" b="1" dirty="0" err="1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</a:t>
            </a: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 </a:t>
            </a:r>
            <a:r>
              <a:rPr lang="en-US" sz="1600" b="1" dirty="0" err="1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519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pacientes terminan con el mismo horario del mismo médico.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027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5417820" y="24917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1" descr="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852" y="2747772"/>
            <a:ext cx="539496" cy="5394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que se pierden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42519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de pacientes y médicos se dispersa entre archivos y planillas.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027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1"/>
          <p:cNvSpPr/>
          <p:nvPr/>
        </p:nvSpPr>
        <p:spPr>
          <a:xfrm>
            <a:off x="9121140" y="24917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6" name="Image 2" descr="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7172" y="2747772"/>
            <a:ext cx="539496" cy="5394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8388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Demoras operativas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42519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revisar a mano si un médico está libre antes de confirmar un turno.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— Sistema de Gestión de Turnos Médicos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de consola que centraliza pacientes, médicos, especialidades y obras sociales, </a:t>
            </a: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asigna turnos con la certeza de que el horario está disponible.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diferenciado por rol: Administrador, Recepcionista y Médico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automático de disponibilidad al asignar un turno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la atención y reportes de uso diario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memoria en la primera entrega; en archivos JSON en la final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280160"/>
            <a:ext cx="4572000" cy="4846320"/>
          </a:xfrm>
          <a:prstGeom prst="roundRect">
            <a:avLst>
              <a:gd name="adj" fmla="val 36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8458200" y="2240280"/>
            <a:ext cx="1737360" cy="1737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2624328"/>
            <a:ext cx="969264" cy="9692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0" y="41605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lugar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toda la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del centro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— Sistema de Gestión de Turnos Médicos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5408676" y="1051560"/>
            <a:ext cx="1371600" cy="1371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572" y="1362456"/>
            <a:ext cx="749808" cy="749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338328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en Python una aplicación de consola para administrar los turnos de un centro médico, con acceso separado por rol, control de disponibilidad de cada médico, registro de la atención y reportes de uso diario.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— Sistema de Gestión de Turnos Médicos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17220" y="1485900"/>
            <a:ext cx="960120" cy="9601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icons/sign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723644"/>
            <a:ext cx="484632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536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de sesión por rol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9933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menú distinto según lo que cada rol tiene permitido hacer.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20540" y="1485900"/>
            <a:ext cx="960120" cy="9601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8" name="Image 1" descr="icons/usersC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284" y="1723644"/>
            <a:ext cx="484632" cy="4846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1536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ABM de las entidades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40680" y="19933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médicos, especialidades, obras sociales y pacientes.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023860" y="1485900"/>
            <a:ext cx="960120" cy="9601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2" descr="icons/calendar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1604" y="1723644"/>
            <a:ext cx="484632" cy="4846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44000" y="1536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Turnos sin superposición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9144000" y="19933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no se asignen fuera del horario de atención del médico.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17220" y="3909060"/>
            <a:ext cx="960120" cy="9601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6" name="Image 3" descr="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" y="4146804"/>
            <a:ext cx="484632" cy="4846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37360" y="3959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del turno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737360" y="441655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(pendiente, atendido, cancelado, ausente) y observaciones.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320540" y="3909060"/>
            <a:ext cx="960120" cy="9601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0" name="Image 4" descr="icons/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8284" y="4146804"/>
            <a:ext cx="484632" cy="4846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40680" y="3959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simples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5440680" y="441655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del día y la semana, médico con más turnos, ausentismo.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023860" y="3909060"/>
            <a:ext cx="960120" cy="9601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4" name="Image 5" descr="icons/sa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1604" y="4146804"/>
            <a:ext cx="484632" cy="48463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44000" y="3959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 en JSON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9144000" y="441655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los datos no se pierdan entre una ejecución y otra.</a:t>
            </a:r>
            <a:endParaRPr lang="en-US" sz="115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— Sistema de Gestión de Turnos Médicos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 usuario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lo usa el personal del centro, cada uno con su propio menú.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027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691640" y="242316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697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especialidades, médicos, obras sociales y usuarios. Mira los reportes del centro.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205740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027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5394960" y="2423160"/>
            <a:ext cx="1097280" cy="10972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1" descr="icons/nur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697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Recepcionista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pacientes y asigna, cancela o reprograma turnos según disponibilidad.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205740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027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1"/>
          <p:cNvSpPr/>
          <p:nvPr/>
        </p:nvSpPr>
        <p:spPr>
          <a:xfrm>
            <a:off x="9098280" y="242316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6" name="Image 2" descr="icons/do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697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8388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su propia agenda, marca turnos como atendidos y carga observaciones.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— Sistema de Gestión de Turnos Médicos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 la entrega del 40%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 a estar funcionando y se puede mostrar en esta instancia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" y="183794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9202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8288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usuario/contraseña y menú distinto por rol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" y="325526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337560"/>
            <a:ext cx="164592" cy="1645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246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especialidades, médicos y obras sociales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1792" y="467258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75488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46634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pacientes (DNI como identificador único)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45352" y="183794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3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92024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766560" y="18288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turnos validando disponibilidad y horario del médico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245352" y="325526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4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337560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766560" y="3246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agenda filtrable por médico, especialidad y fecha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45352" y="467258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0" name="Image 5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4754880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766560" y="46634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todos los datos ingresados por el usuario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— Sistema de Gestión de Turnos Médicos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Fuera de esta entrega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para la entrega del 100% — no se evalúa en esta instancia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12064" cy="512064"/>
          </a:xfrm>
          <a:prstGeom prst="ellipse">
            <a:avLst/>
          </a:prstGeom>
          <a:solidFill>
            <a:srgbClr val="0A4E5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icons/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488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659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y reprogramación de turnos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2880360"/>
            <a:ext cx="512064" cy="512064"/>
          </a:xfrm>
          <a:prstGeom prst="ellipse">
            <a:avLst/>
          </a:prstGeom>
          <a:solidFill>
            <a:srgbClr val="0A4E5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8" name="Image 1" descr="icons/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1752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834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ausencias de pacientes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22960" y="3749040"/>
            <a:ext cx="512064" cy="512064"/>
          </a:xfrm>
          <a:prstGeom prst="ellipse">
            <a:avLst/>
          </a:prstGeom>
          <a:solidFill>
            <a:srgbClr val="0A4E5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2" descr="icons/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862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7033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propia del médico y marcado de "atendido"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22960" y="4617720"/>
            <a:ext cx="512064" cy="512064"/>
          </a:xfrm>
          <a:prstGeom prst="ellipse">
            <a:avLst/>
          </a:prstGeom>
          <a:solidFill>
            <a:srgbClr val="0A4E5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3" descr="icons/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75488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45720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pacientes atendidos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0" y="2011680"/>
            <a:ext cx="512064" cy="512064"/>
          </a:xfrm>
          <a:prstGeom prst="ellipse">
            <a:avLst/>
          </a:prstGeom>
          <a:solidFill>
            <a:srgbClr val="0A4E5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4" descr="icons/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48840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40880" y="19659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usuarios del sistema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6400800" y="2880360"/>
            <a:ext cx="512064" cy="512064"/>
          </a:xfrm>
          <a:prstGeom prst="ellipse">
            <a:avLst/>
          </a:prstGeom>
          <a:solidFill>
            <a:srgbClr val="0A4E5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0" name="Image 5" descr="icons/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017520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040880" y="2834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gestión del administrador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6400800" y="3749040"/>
            <a:ext cx="512064" cy="512064"/>
          </a:xfrm>
          <a:prstGeom prst="ellipse">
            <a:avLst/>
          </a:prstGeom>
          <a:solidFill>
            <a:srgbClr val="0A4E5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3" name="Image 6" descr="icons/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886200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040880" y="37033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datos en archivos JSON</a:t>
            </a:r>
            <a:endParaRPr lang="en-US" sz="1350" dirty="0"/>
          </a:p>
        </p:txBody>
      </p:sp>
      <p:sp>
        <p:nvSpPr>
          <p:cNvPr id="25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— Sistema de Gestión de Turnos Médicos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Camino a la entrega final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287000" y="4572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icons/r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68" y="658368"/>
            <a:ext cx="420624" cy="420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027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 txBox="1"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8036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completa del turno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70332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Cancelación, reprogramación y registro de ausencias.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73552" y="374904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3429000" y="19202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027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3657600" y="21945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 txBox="1"/>
          <p:nvPr/>
        </p:nvSpPr>
        <p:spPr>
          <a:xfrm>
            <a:off x="36576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630168" y="288036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del médico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630168" y="370332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propia, marcado de atendido, observaciones e historial.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62472" y="374904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Shape 14"/>
          <p:cNvSpPr/>
          <p:nvPr/>
        </p:nvSpPr>
        <p:spPr>
          <a:xfrm>
            <a:off x="6217920" y="19202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027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5"/>
          <p:cNvSpPr/>
          <p:nvPr/>
        </p:nvSpPr>
        <p:spPr>
          <a:xfrm>
            <a:off x="6446520" y="21945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 txBox="1"/>
          <p:nvPr/>
        </p:nvSpPr>
        <p:spPr>
          <a:xfrm>
            <a:off x="6446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19088" y="288036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ABM de usuarios y reportes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419088" y="370332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usuarios por rol y reportes de gestión para el administrador.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851392" y="374904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Shape 20"/>
          <p:cNvSpPr/>
          <p:nvPr/>
        </p:nvSpPr>
        <p:spPr>
          <a:xfrm>
            <a:off x="9006840" y="19202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027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Shape 21"/>
          <p:cNvSpPr/>
          <p:nvPr/>
        </p:nvSpPr>
        <p:spPr>
          <a:xfrm>
            <a:off x="9235440" y="21945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2"/>
          <p:cNvSpPr txBox="1"/>
          <p:nvPr/>
        </p:nvSpPr>
        <p:spPr>
          <a:xfrm>
            <a:off x="92354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208008" y="288036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 en JSON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9208008" y="370332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guardan y se recuperan entre ejecuciones.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— Sistema de Gestión de Turnos Médicos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cómo los encaramos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027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937260" y="1600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177393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5087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disponibilidad sin que se pisen los turnos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1554480"/>
            <a:ext cx="0" cy="777240"/>
          </a:xfrm>
          <a:prstGeom prst="line">
            <a:avLst/>
          </a:prstGeom>
          <a:noFill/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 txBox="1"/>
          <p:nvPr/>
        </p:nvSpPr>
        <p:spPr>
          <a:xfrm>
            <a:off x="6492240" y="15087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encaramos primero, con casos de prueba armados de antemano.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027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937260" y="28346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1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300837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4520" y="2743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Coordinación entre los 4 integrantes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63640" y="2788920"/>
            <a:ext cx="0" cy="777240"/>
          </a:xfrm>
          <a:prstGeom prst="line">
            <a:avLst/>
          </a:prstGeom>
          <a:noFill/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0"/>
          <p:cNvSpPr txBox="1"/>
          <p:nvPr/>
        </p:nvSpPr>
        <p:spPr>
          <a:xfrm>
            <a:off x="6492240" y="27432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independientes, ramas separadas en Git y reunión semanal.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027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2"/>
          <p:cNvSpPr/>
          <p:nvPr/>
        </p:nvSpPr>
        <p:spPr>
          <a:xfrm>
            <a:off x="937260" y="40690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2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424281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74520" y="39776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fechas y horas en Python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0" cy="777240"/>
          </a:xfrm>
          <a:prstGeom prst="line">
            <a:avLst/>
          </a:prstGeom>
          <a:noFill/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5"/>
          <p:cNvSpPr txBox="1"/>
          <p:nvPr/>
        </p:nvSpPr>
        <p:spPr>
          <a:xfrm>
            <a:off x="6492240" y="3977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formato definido desde el arranque, validado en funciones reutilizables.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027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Shape 17"/>
          <p:cNvSpPr/>
          <p:nvPr/>
        </p:nvSpPr>
        <p:spPr>
          <a:xfrm>
            <a:off x="937260" y="53035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3" name="Image 3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5477256"/>
            <a:ext cx="338328" cy="33832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874520" y="5212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Quedarnos cortos de tiempo por otras materias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263640" y="5257800"/>
            <a:ext cx="0" cy="777240"/>
          </a:xfrm>
          <a:prstGeom prst="line">
            <a:avLst/>
          </a:prstGeom>
          <a:noFill/>
          <a:ln w="12700">
            <a:solidFill>
              <a:srgbClr val="D7E6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0"/>
          <p:cNvSpPr txBox="1"/>
          <p:nvPr/>
        </p:nvSpPr>
        <p:spPr>
          <a:xfrm>
            <a:off x="6492240" y="5212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repartido por módulos que no dependen entre sí.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— Sistema de Gestión de Turnos Médicos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1005840" y="68580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057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8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8346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 Mazzoni — Login y estructura base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Priscilla Melva Giron Arenas — ABMs del administrador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Marcelo Nieli — Login/ABMs admin y agenda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Cayetano Masi — Pacientes y asignación de turnos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68680" y="5120640"/>
            <a:ext cx="3840480" cy="0"/>
          </a:xfrm>
          <a:prstGeom prst="line">
            <a:avLst/>
          </a:prstGeom>
          <a:noFill/>
          <a:ln w="12700">
            <a:solidFill>
              <a:srgbClr val="2E6A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 txBox="1"/>
          <p:nvPr/>
        </p:nvSpPr>
        <p:spPr>
          <a:xfrm>
            <a:off x="868680" y="5303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Programación 1 (3.4.071)  ·  Docente: María Julia Monasterio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— Sistema de Gestión de Turnos Médicos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824</Words>
  <Application>Microsoft Office PowerPoint</Application>
  <PresentationFormat>Panorámica</PresentationFormat>
  <Paragraphs>124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Nieli</cp:lastModifiedBy>
  <cp:revision>2</cp:revision>
  <dcterms:created xsi:type="dcterms:W3CDTF">2026-09-13T21:41:34Z</dcterms:created>
  <dcterms:modified xsi:type="dcterms:W3CDTF">2026-09-13T21:49:09Z</dcterms:modified>
</cp:coreProperties>
</file>